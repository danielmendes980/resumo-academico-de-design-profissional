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844800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INCLUSÃO DIGITAL E REDUÇÃO DE DESIGUALDADES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Isabella Luiza dos Santos Souza — Especialista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Daniel da Silva Mendes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Sergio Apolinario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Nickolas da Silva Coquejo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ANÁLISE E DESENVOLVIMENTO DE SISTEMAS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PROBLEMÁTICA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
• Dificuldade de acesso à internet e à tecnologia entre pessoas de baixa renda
• Como facilitar o acesso à tecnologia para pessoas em situação de vulnerabilidade?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JUSTIFICATIVA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
• A exclusão digital limita o acesso à informação e à educação
• A desigualdade de acesso pode reduzir oportunidades socioeconômicas
• O tema contribui para discutir caminhos de inclusão digital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OBJETIVO GERAL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
  Analisar como a inclusão digital pode contribuir para reduzir desigualdades sociais, especialmente na educação.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OBJETIVOS ESPECÍFICOS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
  Identificar barreiras econômicas e de acessibilidade
  Comparar estudos publicados entre 2021 e 2025
  Examinar a relação entre tecnologia, educação e desigualdade
  Apontar possibilidades de inclusão digital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 / 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É uma abordagem qualitativa, de natureza teórica, sem procedimentos práticos e baseados em referenciais teóricos. 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Muniz et al. (2021) — Exclusão digital durante a pandemia
• Desigualdade no acesso à internet e aos recursos digitais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Política Nacional de Educação Digital (2024)
• Políticas públicas e estratégias de inclusão digital na educação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Exclusão digital e desempenho no ENEM (2025)
• Relação entre acesso à tecnologia e desempenho educacional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Síntese dos estudos
• Disponibilizar tecnologia, isoladamente, não é suficiente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Condições necessárias
• Internet de qualidade, equipamentos e capacitação para uso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Barreiras econômicas e de acessibilidade
• Podem impedir o acesso à informação e à educação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Pandemia de COVID-19 — estudo de 2021
• Evidenciou dificuldades de acesso durante o ensino remoto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Políticas de inclusão digital — estudo de 2024
• Destacam-se propostas e estratégias públicas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Educação e ENEM — estudo de 2025
• O acesso à tecnologia se relaciona ao desempenho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Limitações da literatura analisada
• Recortes específicos e ausência de pesquisa de campo em alguns estudos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• A exclusão digital pode ampliar desigualdades, sobretudo na educação.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• Ter equipamentos ou internet disponível, por si só, não resolve o problema.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• É necessário combinar conectividade, equipamentos adequados e capacitação.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• Políticas públicas podem ampliar oportunidades de acesso e aprendizagem.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• Estudos futuros podem aprofundar a investigação com pesquisas de campo.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MUNIZ, Cátia Regina et al. Uma análise sobre exclusão digital durante a pandemia de COVID-19 no Brasil: quem tem direito às cidades inteligentes? Revista de Direito da Cidade, 2021. DOI: 10.12957/rdc.2021.54909.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POLÍTICA Nacional de Educação Digital: propostas, desafios e estratégias para a promoção da inclusão digital e do uso da tecnologia na educação. Revista Eletrônica Direito &amp; TI, 2024. DOI: 10.63451/ti.v2i18.203.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EXCLUSÃO digital e seus impactos sobre a proficiência no ENEM. Educação em Revista, 2025. DOI: 10.1590/0102-469859221.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Referências conforme os estudos analisados no resumo.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REFERÊNCIAS BIBLIOGRÁFICAS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Agradecemos à comunidade acadêmica do Centro Universitário Braz Cubas pelo espaço de aprendizagem e reflexão sobre a inclusão digital.</a:t>
            </a:r>
          </a:p>
          <a:p>
            <a:pPr algn="ctr" eaLnBrk="1" hangingPunct="1"/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896</TotalTime>
  <Words>550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DANIEL</cp:lastModifiedBy>
  <cp:revision>22</cp:revision>
  <dcterms:created xsi:type="dcterms:W3CDTF">2021-05-14T17:32:15Z</dcterms:created>
  <dcterms:modified xsi:type="dcterms:W3CDTF">2026-10-06T23:52:00Z</dcterms:modified>
</cp:coreProperties>
</file>